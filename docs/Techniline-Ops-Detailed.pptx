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12188952" cy="73152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Platform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walkthrough — every module and flow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&amp; training deck ·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81328"/>
            <a:ext cx="54864" cy="8778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Platform &amp; access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1847088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roles, security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1371600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81328"/>
            <a:ext cx="54864" cy="87782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Daily operations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37376" y="1847088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Checklist, Priorities, Blockers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78608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88336"/>
            <a:ext cx="54864" cy="8778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68833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Sales &amp; marketplace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3054096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MusicMajlis, abandoned carts, Zoho pipeline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2578608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2688336"/>
            <a:ext cx="54864" cy="87782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68833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Finance &amp; stock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37376" y="3054096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remittance, returns, Cocoblu, LP Tracker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85616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895344"/>
            <a:ext cx="54864" cy="8778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89534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Analytics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6384" y="4261104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scorecard &amp; appraisal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99632" y="3785616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9632" y="3895344"/>
            <a:ext cx="54864" cy="87782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89534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Logistics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37376" y="4261104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invoices, deliveries, returns, master data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992624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102352"/>
            <a:ext cx="54864" cy="8778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10235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Automation &amp; integrations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86384" y="5468112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Shopify, Zoho, Microsoft Graph, document AI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99632" y="4992624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9632" y="5102352"/>
            <a:ext cx="54864" cy="87782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510235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Security, audit &amp; roadmap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37376" y="5468112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and what's next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&amp; access model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Next.js + Supabase web app; each user sees only what their role allows — enforced in the UI, the routes, and the database.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47088"/>
            <a:ext cx="54864" cy="16093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2212848"/>
            <a:ext cx="50292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(App Router) web app, hosted on Vercel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with row-level security (RLS)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sign-in; works on phone &amp; desktop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keys; nothing sensitive in the browser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48640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847088"/>
            <a:ext cx="54864" cy="160934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9944" y="2212848"/>
            <a:ext cx="50292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— full access incl. settings &amp; master data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Coordinator — stock, finance, purchasing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Specialist — Cocoblu &amp; MusicMajlis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— warehouse portal 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11109960" cy="2286000"/>
          </a:xfrm>
          <a:prstGeom prst="roundRect">
            <a:avLst>
              <a:gd name="adj" fmla="val 28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13048"/>
            <a:ext cx="54864" cy="20665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813048"/>
            <a:ext cx="10744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access is enforced (defence in depth)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" y="4178808"/>
            <a:ext cx="1065276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shows only permitted modules; a user can't even see others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are guarded — typing another module's URL redirects back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(RLS) blocks data a role shouldn't read or write, independent of the UI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grants allow fine control (e.g. Aaron → Logistics Orders only; Maricel → Reseller / PRT / Reports / Returns)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246120"/>
            <a:ext cx="1280160" cy="6400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operations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Checklist, Priorities, Blockers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screen — module cards plus live performance bands, scoped to the user.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47088"/>
            <a:ext cx="54864" cy="17007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2212848"/>
            <a:ext cx="50292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for each module you can open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bands: MusicMajlis sales, manager scorecard, pipeline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strip with pastel, at-a-glance tiles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lists so the screen stays clean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847088"/>
            <a:ext cx="54864" cy="17007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9944" y="2212848"/>
            <a:ext cx="50292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see scorecard + pipeline + summary tools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Specialist sees their deals &amp; carts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sees remittance tasks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refreshes on reload — no stale reports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landing page that adapts to the person — no training needed to find your work.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— work with proof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of accountability: a duty is complete only when evidence is attached.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47088"/>
            <a:ext cx="54864" cy="17922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2212848"/>
            <a:ext cx="502920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grouped by category and cadence (daily / weekly / monthly)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with proof: a note, a count, or an uploaded screenshot/PDF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“Nothing to action” option where genuinely nothing applies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 it moves to done and the proof is saved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847088"/>
            <a:ext cx="54864" cy="179222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9944" y="2212848"/>
            <a:ext cx="502920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silently marks done — errors keep the task open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Sundays skipped; no tasks on approved leave days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cut-offs logged as breaches (manager-visible)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cadence — weekly/monthly tasks don't nag daily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“I did it” into a verifiable, time-stamped record.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Priorities &amp; Blockers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194560"/>
          </a:xfrm>
          <a:prstGeom prst="roundRect">
            <a:avLst>
              <a:gd name="adj" fmla="val 2917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54864" cy="19751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847088"/>
            <a:ext cx="50292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assigned with a level (P1/P2/P3) and due date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updates progress and marks complete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create and assign across the team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email notification on assignment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86400" cy="2194560"/>
          </a:xfrm>
          <a:prstGeom prst="roundRect">
            <a:avLst>
              <a:gd name="adj" fmla="val 2917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81328"/>
            <a:ext cx="54864" cy="197510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9944" y="1847088"/>
            <a:ext cx="50292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anything stopping you, with a note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badge: green → blue → amber → red as it gets older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to clear it (kept in history)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 view &amp; resolve everyone's blockers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stalls silently — obstacles are visible and owned.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246120"/>
            <a:ext cx="1280160" cy="6400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marketplace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MusicMajlis · abandoned carts · Zoho pipeline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MusicMajlis — sales vs target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Shopify net sales measured against the monthly target, in Dubai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47088"/>
            <a:ext cx="54864" cy="179222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2212848"/>
            <a:ext cx="502920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= subtotal − returns (Shopify definition)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Month-to-date vs target, with achieved %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required run-rate = (target − achieved) / days left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pace chart of net sales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847088"/>
            <a:ext cx="54864" cy="17922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9944" y="2212848"/>
            <a:ext cx="502920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sets the monthly target on the 1st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reset each month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 as orders (and returns) post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manager scorecard and monthly summary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sees exactly where sales stand and what's needed to hit goal — any day of the month.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Abandoned-cart recovery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abandoned checkouts, worked one by one with proof of action.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47088"/>
            <a:ext cx="54864" cy="18836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2212848"/>
            <a:ext cx="50292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abandoned carts surfaced each weekday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actions each: log an outcome or create a CRM deal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 contacted / not interested / recovered (order #) / deal created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orders are validated against Shopify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847088"/>
            <a:ext cx="54864" cy="18836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9944" y="2212848"/>
            <a:ext cx="50292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cart is silently ignored — action is required and logged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revenue is captured and attributable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created flow straight into Zoho under the right owner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can see who cleared what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Zoho CRM pipeline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194560"/>
          </a:xfrm>
          <a:prstGeom prst="roundRect">
            <a:avLst>
              <a:gd name="adj" fmla="val 2917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54864" cy="19751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KPIs (managers)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847088"/>
            <a:ext cx="50292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Back-to-Back pipeline value and open-deal counts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needing action surfaced for follow-up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live from Zoho CRM (v5)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follow-up from slipping through the cracks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86400" cy="2194560"/>
          </a:xfrm>
          <a:prstGeom prst="roundRect">
            <a:avLst>
              <a:gd name="adj" fmla="val 2917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81328"/>
            <a:ext cx="54864" cy="197510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Specialist's deals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9944" y="1847088"/>
            <a:ext cx="50292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view of the deals they opened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deals with no action/task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Abandoned-cart deals created under their own name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created-deal count +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CRM visibility for leadership; a tight action list for the specialist.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246120"/>
            <a:ext cx="1280160" cy="6400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&amp; stock control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remittance · returns · Cocoblu · LP Tracker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remittance — automated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emails are read automatically and turned into reconcilable records.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47088"/>
            <a:ext cx="54864" cy="18836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2212848"/>
            <a:ext cx="50292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scheduled job reads remittance emails (Microsoft Graph)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every line: deductions, shortages, credits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De-duplicated so nothing is processed twice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“sync” button for on-demand pulls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847088"/>
            <a:ext cx="54864" cy="18836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9944" y="2212848"/>
            <a:ext cx="50292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review queue per payment reference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add remarks, mark reviewed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accounts (To + CC) with a branded summary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 captures any parsing issues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 &amp; recovery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286000"/>
          </a:xfrm>
          <a:prstGeom prst="roundRect">
            <a:avLst>
              <a:gd name="adj" fmla="val 28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54864" cy="20665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847088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/ shortage claims tracked to credit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Return ID, TLE invoice, PO, SKU, qty, amount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 / PRT, dispute ID and case ID captured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PDF export for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86400" cy="2286000"/>
          </a:xfrm>
          <a:prstGeom prst="roundRect">
            <a:avLst>
              <a:gd name="adj" fmla="val 28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81328"/>
            <a:ext cx="54864" cy="206654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9944" y="1847088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returns view for the coordinator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real, actionable items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decided per role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of who did what, when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owed back is chased to closure, with documentation for every claim.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Cocoblu &amp; LP Tracker — stock risk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377440"/>
          </a:xfrm>
          <a:prstGeom prst="roundRect">
            <a:avLst>
              <a:gd name="adj" fmla="val 2692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54864" cy="21579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Cocoblu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847088"/>
            <a:ext cx="502920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ageing by invoice; surfaces 90+ day risk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PDF capture into a reviewable draft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remaining quantities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line data loads only when expanded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86400" cy="2377440"/>
          </a:xfrm>
          <a:prstGeom prst="roundRect">
            <a:avLst>
              <a:gd name="adj" fmla="val 2692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81328"/>
            <a:ext cx="54864" cy="21579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Tracker (local purchase)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9944" y="1847088"/>
            <a:ext cx="502920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buys have no return agreement → real risk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bought, how old, what's still in hand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Goods-received date drives ageing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LPO PDF → auto-read into a draft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Dead-stock risk is visible early, while there's still time to act.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246120"/>
            <a:ext cx="1280160" cy="6400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&amp; performance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scorecard &amp; appraisal evidence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&amp; appraisal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you can act on — and that stands up at appraisal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47088"/>
            <a:ext cx="54864" cy="18836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2212848"/>
            <a:ext cx="50292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scorecard: sales vs target, recovery, holding-cost risk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recent months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per metric, editable by managers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Manager-only view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847088"/>
            <a:ext cx="54864" cy="18836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Per-person appraisal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9944" y="2212848"/>
            <a:ext cx="50292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Salespeople measured by their own numbers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log + monthly review notes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supporting evidence for appraisals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consistent, on the record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246120"/>
            <a:ext cx="1280160" cy="6400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invoices · deliveries · returns · master data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— order fulfillment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MusicMajlis orders flow from Shopify into a warehouse-ready workflow.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47088"/>
            <a:ext cx="54864" cy="18836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views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2212848"/>
            <a:ext cx="50292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synced from Shopify (deduped); historical backfill available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view: needs-action vs fulfilled; Board view: drag to change stage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Customisable columns + saved view, premium search &amp; filters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order in a pop-up; jump to it in Shopify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847088"/>
            <a:ext cx="54864" cy="18836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8470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Pick, pack, fulfill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9944" y="2212848"/>
            <a:ext cx="50292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Per-line picked/packed checklist; can't dispatch until ready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incl. In-Store Pickup; tracking pushed back to Shopify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reflects both ways (fulfilled / cancelled / archived)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kept &amp; retryable — nothing lost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— TLE invoice &amp; cancellations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286000"/>
          </a:xfrm>
          <a:prstGeom prst="roundRect">
            <a:avLst>
              <a:gd name="adj" fmla="val 28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54864" cy="20665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verification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847088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TLE invoice (type or upload the PDF)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checked vs order; SKUs checked vs order lines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→ mandatory remarks before completion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“Missing invoice” KPI keeps everything documented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86400" cy="2286000"/>
          </a:xfrm>
          <a:prstGeom prst="roundRect">
            <a:avLst>
              <a:gd name="adj" fmla="val 28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81328"/>
            <a:ext cx="54864" cy="206654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9944" y="1847088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in Shopify → reflected automatically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invoiced: SRT + PRT numbers required to close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cancelled before invoicing: a reason closes it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written to the activity log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— reseller &amp; cargo deliveries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377440"/>
          </a:xfrm>
          <a:prstGeom prst="roundRect">
            <a:avLst>
              <a:gd name="adj" fmla="val 2692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54864" cy="21579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 deliveries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847088"/>
            <a:ext cx="502920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invoice AND delivery order — fields auto-fill, PDFs stored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Driver, vehicle, scheduled date (delay measured from it)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from history &amp; master data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by customer/invoice/DO/date; printable delivery note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86400" cy="2377440"/>
          </a:xfrm>
          <a:prstGeom prst="roundRect">
            <a:avLst>
              <a:gd name="adj" fmla="val 2692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81328"/>
            <a:ext cx="54864" cy="21579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deliveries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9944" y="1847088"/>
            <a:ext cx="502920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freight tracking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Cartons, weight, dimensions, AWB, cargo company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pipeline to delivered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clean, searchable list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— transfers &amp; marketplace returns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377440"/>
          </a:xfrm>
          <a:prstGeom prst="roundRect">
            <a:avLst>
              <a:gd name="adj" fmla="val 2692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54864" cy="21579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transfers (PRT)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847088"/>
            <a:ext cx="502920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Branch-to-branch stock requests with urgency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HTML email to the source branch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from the user's own mailbox, CC purchasing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pipeline; delete requires a reason (logged)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86400" cy="2377440"/>
          </a:xfrm>
          <a:prstGeom prst="roundRect">
            <a:avLst>
              <a:gd name="adj" fmla="val 2692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81328"/>
            <a:ext cx="54864" cy="21579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returns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9944" y="1847088"/>
            <a:ext cx="502920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DF/Seller/Flex, Noon, Cocoblu — logged in the warehouse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product lines per return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tasks Maricel: docs queue + branded email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records credit note, SRT/PRT, dispute &amp; case IDs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— master data &amp; reports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194560"/>
          </a:xfrm>
          <a:prstGeom prst="roundRect">
            <a:avLst>
              <a:gd name="adj" fmla="val 2917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54864" cy="19751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(manager)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847088"/>
            <a:ext cx="50292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drivers, vehicles — built from records over time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Manager-only edit: phones, licence &amp; insurance expiry, TRN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autocomplete across deliveries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the team, changed only by managers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86400" cy="2194560"/>
          </a:xfrm>
          <a:prstGeom prst="roundRect">
            <a:avLst>
              <a:gd name="adj" fmla="val 2917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81328"/>
            <a:ext cx="54864" cy="197510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reports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9944" y="1847088"/>
            <a:ext cx="50292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report (orders + reseller, by lateness)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support (transfers by branch)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performance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+ API error log for audit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246120"/>
            <a:ext cx="1280160" cy="6400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&amp; integrations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plumbing that removes manual work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Integrations &amp; document AI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286000"/>
          </a:xfrm>
          <a:prstGeom prst="roundRect">
            <a:avLst>
              <a:gd name="adj" fmla="val 28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54864" cy="20665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systems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847088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— orders, sales, abandoned checkouts, fulfillment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CRM — pipeline KPIs and deal creation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— email ingestion and sending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data, auth, file storage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86400" cy="2286000"/>
          </a:xfrm>
          <a:prstGeom prst="roundRect">
            <a:avLst>
              <a:gd name="adj" fmla="val 28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81328"/>
            <a:ext cx="54864" cy="206654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capture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9944" y="1847088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delivery orders, LPOs &amp; remittances read from PDF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 when enabled; free rule-based fallback always on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header + values; you review before saving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stored and re-downloadable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typing, fewer errors, faster follow-up — the system does the data entry.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Security, audit &amp; reliability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286000"/>
          </a:xfrm>
          <a:prstGeom prst="roundRect">
            <a:avLst>
              <a:gd name="adj" fmla="val 28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54864" cy="20665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847088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every sensitive table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&amp; tokens server-side only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per role and per page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file storage with signed, expiring links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86400" cy="2286000"/>
          </a:xfrm>
          <a:prstGeom prst="roundRect">
            <a:avLst>
              <a:gd name="adj" fmla="val 28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81328"/>
            <a:ext cx="54864" cy="206654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4813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reliability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9944" y="1847088"/>
            <a:ext cx="50292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logs for status changes, approvals, deletions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Deletions require a reason; evidence retained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error logs for sync/fulfillment issues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Fail-soft: records kept and retryable on outage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 (optional)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109960" cy="1371600"/>
          </a:xfrm>
          <a:prstGeom prst="roundRect">
            <a:avLst>
              <a:gd name="adj" fmla="val 4667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54864" cy="115214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81328"/>
            <a:ext cx="10744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847088"/>
            <a:ext cx="106527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AI line-item extraction for invoices/returns (currently rule-based, no cost)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&amp; insurance expiry alerts from vehicle/driver master data on the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109960" cy="1554480"/>
          </a:xfrm>
          <a:prstGeom prst="roundRect">
            <a:avLst>
              <a:gd name="adj" fmla="val 4118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35808"/>
            <a:ext cx="54864" cy="1335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035808"/>
            <a:ext cx="10744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options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3401568"/>
            <a:ext cx="106527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module upgrade (document upload + master data, like Reseller)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order mirrors if/when channel APIs are available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cross-module reporting (customer &amp; vendor profiles)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modular — new capability slots in without disruption.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8920"/>
            <a:ext cx="12188952" cy="73152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Whole operation. Always live.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Finance · Stock · Logistics — accountable, automated, visible.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Techniline Operations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2026-06-13T16:26:46Z</dcterms:created>
  <dcterms:modified xsi:type="dcterms:W3CDTF">2026-06-13T16:26:46Z</dcterms:modified>
</cp:coreProperties>
</file>