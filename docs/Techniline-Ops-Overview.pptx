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12188952" cy="73152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6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" y="2423160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Operations Platform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47548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 for the whole operation — sales, finance, stock and logistics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overview · June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exists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058400" y="164592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scattered spreadsheets and inboxes to one accountable, real-time operating system — each person sees only their work, and the numbers are always live.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B3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63040" y="235915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63040" y="2706624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dashboards and KPIs across sales, stock, finance and deliveries — no waiting for end-of-month reports.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89120" y="23774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B3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212080" y="235915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212080" y="2706624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duties are tracked with proof, priorities and blockers are owned, and every action is logged.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38160" y="23774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B3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961120" y="235915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961120" y="2706624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Invoices, remittances and orders are captured automatically — less typing, fewer errors, faster follow-up.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· works on phone and desktop · built around how the team actually works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platform at a glance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058400" y="164592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35608"/>
            <a:ext cx="64008" cy="133502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43560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49808" y="1801368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screen: module cards + live performance bands.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25112" y="132588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25112" y="1435608"/>
            <a:ext cx="64008" cy="133502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143560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26280" y="1801368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duties completed with evidence, on cadence.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01584" y="132588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01584" y="1435608"/>
            <a:ext cx="64008" cy="133502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302752" y="143560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 &amp; Blockers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302752" y="1801368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objectives and anything holding the team up.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044952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154680"/>
            <a:ext cx="64008" cy="133502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" y="31546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MusicMajlis (Shopify)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49808" y="352044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sales vs target, abandoned-cart recovery, pipeline.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325112" y="3044952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25112" y="3154680"/>
            <a:ext cx="64008" cy="133502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4526280" y="31546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Cocoblu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526280" y="352044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ageing + invoice capture from PDF.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101584" y="3044952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01584" y="3154680"/>
            <a:ext cx="64008" cy="133502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8302752" y="31546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Tracker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8302752" y="352044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Local-purchase stock ageing and draw-down.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" y="4764024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4873752"/>
            <a:ext cx="64008" cy="133502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749808" y="487375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Finance &amp; Returns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49808" y="5239512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Remittance ingestion, reconciliation, returns.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325112" y="4764024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25112" y="4873752"/>
            <a:ext cx="64008" cy="133502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36" name="Text 34"/>
          <p:cNvSpPr/>
          <p:nvPr/>
        </p:nvSpPr>
        <p:spPr>
          <a:xfrm>
            <a:off x="4526280" y="487375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Appraisal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4526280" y="5239512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scorecard and per-person performance.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101584" y="4764024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01584" y="4873752"/>
            <a:ext cx="64008" cy="133502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40" name="Text 38"/>
          <p:cNvSpPr/>
          <p:nvPr/>
        </p:nvSpPr>
        <p:spPr>
          <a:xfrm>
            <a:off x="8302752" y="487375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endParaRPr lang="en-US" sz="1450" dirty="0"/>
          </a:p>
        </p:txBody>
      </p:sp>
      <p:sp>
        <p:nvSpPr>
          <p:cNvPr id="41" name="Text 39"/>
          <p:cNvSpPr/>
          <p:nvPr/>
        </p:nvSpPr>
        <p:spPr>
          <a:xfrm>
            <a:off x="8302752" y="5239512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fulfillment, returns and deliveries.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&amp; marketplace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058400" y="164592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a Sales Head watches — live.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029968"/>
            <a:ext cx="64008" cy="115214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029968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vs target — live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49808" y="2395728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MusicMajlis net sales tracked against the monthly target, with a daily pace chart and the run-rate needed to hit goal.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72200" y="192024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2029968"/>
            <a:ext cx="64008" cy="115214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13" name="Text 11"/>
          <p:cNvSpPr/>
          <p:nvPr/>
        </p:nvSpPr>
        <p:spPr>
          <a:xfrm>
            <a:off x="6373368" y="2029968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Abandoned-cart recovery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373368" y="2395728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Yesterday's abandoned checkouts surfaced daily; the specialist actions each — logging an outcome or creating a CRM deal — with proof required.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42900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538728"/>
            <a:ext cx="64008" cy="115214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3538728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 pipeline KPIs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49808" y="3904488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Back-to-Back pipeline value and deals-needing-action pulled from Zoho CRM, so follow-up never slips.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342900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3538728"/>
            <a:ext cx="64008" cy="115214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373368" y="3538728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summary to the Sales Head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373368" y="3904488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branded email: sales vs target, holding-cost risk and team performance — sent to leadership.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Shopify + Zoho data · targets reset on the 1st · recovery and pipeline tied to named owners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Accountability &amp; performance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058400" y="164592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35608"/>
            <a:ext cx="64008" cy="160934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43560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with proof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49808" y="1801368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/ weekly / monthly duties on their own cadence. A task completes only with evidence — a note, count or upload — never just a click.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97680" y="132588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1435608"/>
            <a:ext cx="64008" cy="160934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498848" y="143560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 &amp; blockers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498848" y="1801368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with levels and due dates; blockers flagged with an ageing indicator so nothing stalls silently.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32588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1435608"/>
            <a:ext cx="64008" cy="160934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16" name="Text 14"/>
          <p:cNvSpPr/>
          <p:nvPr/>
        </p:nvSpPr>
        <p:spPr>
          <a:xfrm>
            <a:off x="8247888" y="143560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appraisal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247888" y="1801368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scorecard plus per-person metrics that stand as supporting evidence for appraisals.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3429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cut-offs are logged as breaches · leave-aware · full manager visibility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“If it isn't evidenced, it isn't done.”</a:t>
            </a:r>
            <a:endParaRPr lang="en-US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Finance &amp; stock control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058400" y="164592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5486400" cy="1463040"/>
          </a:xfrm>
          <a:prstGeom prst="roundRect">
            <a:avLst>
              <a:gd name="adj" fmla="val 5000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35608"/>
            <a:ext cx="64008" cy="124358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435608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remittance — auto-ingested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49808" y="1801368"/>
            <a:ext cx="5166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emails are read automatically each day; deductions, shortages and credits are captured and reconciled — with an in-app review queue.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1325880"/>
            <a:ext cx="5486400" cy="1463040"/>
          </a:xfrm>
          <a:prstGeom prst="roundRect">
            <a:avLst>
              <a:gd name="adj" fmla="val 5000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435608"/>
            <a:ext cx="64008" cy="124358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373368" y="1435608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&amp; recovery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373368" y="1801368"/>
            <a:ext cx="5166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Shortage/return claims tracked to credit, with SRT/PRT, dispute and case references for full audit.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5486400" cy="1463040"/>
          </a:xfrm>
          <a:prstGeom prst="roundRect">
            <a:avLst>
              <a:gd name="adj" fmla="val 5000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035808"/>
            <a:ext cx="64008" cy="124358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035808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Cocoblu stock ageing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49808" y="3401568"/>
            <a:ext cx="5166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Ageing by invoice with PDF capture; surfaces 90+ day risk before it becomes dead stock.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72200" y="2926080"/>
            <a:ext cx="5486400" cy="1463040"/>
          </a:xfrm>
          <a:prstGeom prst="roundRect">
            <a:avLst>
              <a:gd name="adj" fmla="val 5000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2200" y="3035808"/>
            <a:ext cx="64008" cy="124358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20" name="Text 18"/>
          <p:cNvSpPr/>
          <p:nvPr/>
        </p:nvSpPr>
        <p:spPr>
          <a:xfrm>
            <a:off x="6373368" y="3035808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Tracker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373368" y="3401568"/>
            <a:ext cx="5166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purchases have no return agreement — this tracks what's bought, how old it is and what's still in hand.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4663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capture from PDF · automated daily email ingestion · holding-cost risk made visible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Logistics — newly added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058400" y="164592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warehouse &amp; fulfillment portal for the logistics team.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84248"/>
            <a:ext cx="64008" cy="119786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98424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fulfillment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49808" y="2350008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MusicMajlis orders synced from Shopify; pick-pack checklist, then push tracking back to Shopify.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25112" y="187452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984248"/>
            <a:ext cx="64008" cy="119786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198424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TLE invoice check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26280" y="2350008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value &amp; SKUs verified against each order; mismatches need remarks before completion.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01584" y="187452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01584" y="1984248"/>
            <a:ext cx="64008" cy="119786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17" name="Text 15"/>
          <p:cNvSpPr/>
          <p:nvPr/>
        </p:nvSpPr>
        <p:spPr>
          <a:xfrm>
            <a:off x="8302752" y="198424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returns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02752" y="2350008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/ Noon / Cocoblu returns logged in the warehouse; documentation tasked to accounts.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456432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566160"/>
            <a:ext cx="64008" cy="119786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566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Reseller &amp; cargo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49808" y="393192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deliveries with invoice/DO capture, driver &amp; vehicle, and a printable delivery note.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325112" y="3456432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25112" y="3566160"/>
            <a:ext cx="64008" cy="119786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25" name="Text 23"/>
          <p:cNvSpPr/>
          <p:nvPr/>
        </p:nvSpPr>
        <p:spPr>
          <a:xfrm>
            <a:off x="4526280" y="3566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transfers (PRT)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4526280" y="393192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Branch-to-branch requests with a branded email to the source branch.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101584" y="3456432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01584" y="3566160"/>
            <a:ext cx="64008" cy="1197864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29" name="Text 27"/>
          <p:cNvSpPr/>
          <p:nvPr/>
        </p:nvSpPr>
        <p:spPr>
          <a:xfrm>
            <a:off x="8302752" y="3566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8302752" y="393192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Customers, drivers &amp; vehicles built from records — manager-maintained.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 &amp; automation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058400" y="164592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B3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63040" y="14447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463040" y="1792224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person sees only their portal — sales, finance, logistics — enforced at the screen and the database.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14630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B3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040880" y="14447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AI / capture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040880" y="1792224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Invoices, delivery orders and remittances read into the system, with a deterministic fallback at no cost.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2004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00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B3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463040" y="318211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as the sender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463040" y="3529584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and reports send from the logged-in user's own mailbox, professionally branded.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17920" y="32004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3200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B3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040880" y="318211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evidence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040880" y="3529584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changes, approvals and documentation are logged — a trail for every important action.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by design · keys stay server-side · no duplicate records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88920"/>
            <a:ext cx="12188952" cy="73152"/>
          </a:xfrm>
          <a:prstGeom prst="rect">
            <a:avLst/>
          </a:prstGeom>
          <a:solidFill>
            <a:srgbClr val="E8B33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platform. Whole operation. Always live.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3108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· Finance · Stock · Logistics — accountable, automated, and visible to leadership.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Techniline Operations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2026-06-13T16:16:28Z</dcterms:created>
  <dcterms:modified xsi:type="dcterms:W3CDTF">2026-06-13T16:16:28Z</dcterms:modified>
</cp:coreProperties>
</file>